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8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Smart Green 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0F8F0"/>
                </a:solidFill>
              </a:defRPr>
            </a:pPr>
            <a:r>
              <a:t>Transform Urban Resilience Through Real-Time Green &amp; Thermal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🌍 Urban flooding &amp; heat stress threaten 80% of global cities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📊 City planners lack real-time insights on green space health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⚠️ Emergency response remains reactive, not proactive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💰 $3T annual infrastructure loss from climate-related hazards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🖥️ Fragmented data sources = no single source of truth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✅ Proactive Resilience Platform transforming civic action from reactive to proactive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✅ GSHI Score: Green Space Health Index using 7-component AI model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✅ Real-time satellite + sensor data aggregation (satellite, weather, IoT)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✅ 3D visual interface making complex risk intuitive &amp; actionable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✅ API-first architecture for seamless integration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Key Partners &amp; 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📡 Data Providers: Open-Meteo, TomTom, Mapbox, Google Earth Engine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🏛️ Civic Bodies: Municipal corporations, meteorological departments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☁️ Cloud Providers: AWS, DigitalOcean (Backend), Vercel (Edge UI)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🤖 Proprietary ML: Random forest architectures for flood prediction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👥 Human Capital: GIS specialists, DevOps engineers, ML researchers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28B2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Value Propositions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28B22"/>
                </a:solidFill>
              </a:defRPr>
            </a:pPr>
            <a:r>
              <a:t>For Government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/>
            </a:pPr>
            <a:r>
              <a:t>• Proactive disaster navigation</a:t>
            </a:r>
          </a:p>
          <a:p>
            <a:pPr>
              <a:spcBef>
                <a:spcPts val="800"/>
              </a:spcBef>
              <a:defRPr sz="1400"/>
            </a:pPr>
            <a:r>
              <a:t>• Evidence-based urban planning</a:t>
            </a:r>
          </a:p>
          <a:p>
            <a:pPr>
              <a:spcBef>
                <a:spcPts val="800"/>
              </a:spcBef>
              <a:defRPr sz="1400"/>
            </a:pPr>
            <a:r>
              <a:t>• Real-time emergency preparedness</a:t>
            </a:r>
          </a:p>
          <a:p>
            <a:pPr>
              <a:spcBef>
                <a:spcPts val="800"/>
              </a:spcBef>
              <a:defRPr sz="1400"/>
            </a:pPr>
            <a:r>
              <a:t>• Cost optimization &amp; prevention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28B22"/>
                </a:solidFill>
              </a:defRPr>
            </a:pPr>
            <a:r>
              <a:t>For Enterprise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46304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/>
            </a:pPr>
            <a:r>
              <a:t>• Zone risk assessment for development</a:t>
            </a:r>
          </a:p>
          <a:p>
            <a:pPr>
              <a:spcBef>
                <a:spcPts val="800"/>
              </a:spcBef>
              <a:defRPr sz="1400"/>
            </a:pPr>
            <a:r>
              <a:t>• Flood liability quantification for insurance</a:t>
            </a:r>
          </a:p>
          <a:p>
            <a:pPr>
              <a:spcBef>
                <a:spcPts val="800"/>
              </a:spcBef>
              <a:defRPr sz="1400"/>
            </a:pPr>
            <a:r>
              <a:t>• Long-term investment protection</a:t>
            </a:r>
          </a:p>
          <a:p>
            <a:pPr>
              <a:spcBef>
                <a:spcPts val="800"/>
              </a:spcBef>
              <a:defRPr sz="1400"/>
            </a:pPr>
            <a:r>
              <a:t>• Regulatory compliance support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Revenue Streams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💼 SaaS Subscriptions: Tiered monthly access ($500 - $5k/mo)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📜 Civic Contracts: Multi-year licensing for city digital twins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🔗 API Tokens: Metered billing for underwriter algorithms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🔧 Custom Integrations: Premium deployment &amp; support services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28B2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Customer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28B22"/>
                </a:solidFill>
              </a:defRPr>
            </a:pPr>
            <a:r>
              <a:t>B2G Segment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/>
            </a:pPr>
            <a:r>
              <a:t>• City planning departments</a:t>
            </a:r>
          </a:p>
          <a:p>
            <a:pPr>
              <a:spcBef>
                <a:spcPts val="800"/>
              </a:spcBef>
              <a:defRPr sz="1400"/>
            </a:pPr>
            <a:r>
              <a:t>• Emergency response hubs (NDRF)</a:t>
            </a:r>
          </a:p>
          <a:p>
            <a:pPr>
              <a:spcBef>
                <a:spcPts val="800"/>
              </a:spcBef>
              <a:defRPr sz="1400"/>
            </a:pPr>
            <a:r>
              <a:t>• Municipal corporations</a:t>
            </a:r>
          </a:p>
          <a:p>
            <a:pPr>
              <a:spcBef>
                <a:spcPts val="800"/>
              </a:spcBef>
              <a:defRPr sz="1400"/>
            </a:pPr>
            <a:r>
              <a:t>• Climate adaptation committees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28B22"/>
                </a:solidFill>
              </a:defRPr>
            </a:pPr>
            <a:r>
              <a:t>B2B Segment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46304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/>
            </a:pPr>
            <a:r>
              <a:t>• Property developers</a:t>
            </a:r>
          </a:p>
          <a:p>
            <a:pPr>
              <a:spcBef>
                <a:spcPts val="800"/>
              </a:spcBef>
              <a:defRPr sz="1400"/>
            </a:pPr>
            <a:r>
              <a:t>• Insurance companies</a:t>
            </a:r>
          </a:p>
          <a:p>
            <a:pPr>
              <a:spcBef>
                <a:spcPts val="800"/>
              </a:spcBef>
              <a:defRPr sz="1400"/>
            </a:pPr>
            <a:r>
              <a:t>• Climate tech investors</a:t>
            </a:r>
          </a:p>
          <a:p>
            <a:pPr>
              <a:spcBef>
                <a:spcPts val="800"/>
              </a:spcBef>
              <a:defRPr sz="1400"/>
            </a:pPr>
            <a:r>
              <a:t>• Sustainability consultants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Key Activities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🔧 Platform Development: Continuous ML model training &amp; optimization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📊 Data Aggregation: ETL pipelines for satellite &amp; IoT telemetry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🎨 UI/UX Rendering: 3D visualization &amp; map element optimization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📈 Model Training: Random forest algorithms for health &amp; flood prediction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🚀 Deployment: Continuous SaaS updates &amp; new geographical zones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Cost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⚙️ Infrastructure: GPU clusters, PostgreSQL hosting, cloud computing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📜 Licensing: Premium mapping tiles, real-time API quotas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👨‍💻 R&amp;D &amp; Payroll: Algorithm development, frontend iteration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📡 Data: Satellite imagery &amp; weather data subscriptions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🔐 Security &amp; Compliance: Enterprise-grade infrastructure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Go-to-Market Channels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🎯 Direct Procurement: Government tenders &amp; smart-city grants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🔗 API Syndication: Developer portal for risk algorithms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🤝 Partnership: Insurance brokers, real estate platforms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📱 SaaS Dashboard: Direct B2B subscriptions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🌐 Cloud Marketplaces: AWS, Google Cloud integrations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Customer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👥 Dedicated Support: Direct integration teams for enterprise deployment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📬 Automated Updates: Continuous SaaS improvements &amp; new ML models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📞 Concierge Service: Custom onboarding &amp; training programs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🔔 Real-time Alerts: Event-driven notifications &amp; anomaly detection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📊 Analytics Dashboard: Usage insights &amp; performance metrics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Green Space Health Index (GSHI) - 7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🌿 Vegetation (22%): Satellite NDVI normalized for urban canopy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🌡️ Thermal (18%): Heat index from temperature + humidity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💧 Water (17%): Soil moisture &amp; drainage health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🦅 Biodiversity (15%): Shannon diversity with conservation weighting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💨 Air Quality (10%): PM2.5, PM10, CO2 concentrations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⚡ Infrastructure (9%): Sensor uptime &amp; alert responsiveness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🌲 Tree Health (9%): AI-scanned decay analysis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🎯 Frontend: React/TypeScript with 3D visualization (Three.js, Mapbox)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🔧 Backend: Node.js with Express &amp; Prisma ORM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📊 Database: PostgreSQL (TimescaleDB for time-series)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🤖 ML: Python (scikit-learn, TensorFlow) on GPU clusters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☁️ Cloud: AWS EC2, Docker containerization, Redis caching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Roadmap &amp; Milestones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Q2 2026: Alpha launch for 3 cities (Delhi, Mumbai, Bangalore)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Q3 2026: Beta SaaS platform &amp; API documentation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Q4 2026: Enterprise sales &amp; first civic contracts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2027: 10+ city deployments &amp; insurance partnership pilots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2028: Pan-India expansion &amp; international licensing deals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8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Building Climate-Resilient Cities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0F8F0"/>
                </a:solidFill>
              </a:defRPr>
            </a:pPr>
            <a:r>
              <a:t>Partner with us to transform urban sustainability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